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50" d="100"/>
          <a:sy n="50" d="100"/>
        </p:scale>
        <p:origin x="1570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E13F5-B726-46D9-B5EA-0CB2E0ABE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377C5C-97E8-4E26-95D5-D97E4AAE0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23DD2E-6D75-429A-98F5-AE7C5D3C0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623397-4F7F-4C7D-B307-B7C7372D9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0BD428-9628-4DA3-9767-A6BC784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081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39ADA-4394-4E4F-999C-2988BB90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1F671-453B-4CEE-84FE-55896B97E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612421-DCE0-4ABC-93D5-4C2975E8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EAA7EE-1A1A-465F-AD54-B4FF2FB4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292B2C-EDC0-4076-861C-2419F25E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4365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9324E-0AF8-4611-850C-E3DFD971C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AD06D4-C0C5-401D-BA9A-A2CBA9143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B0A93D-A52D-4A43-961E-E58410DE7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7659BC-9850-4C89-8E9F-4D0D63BB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B6BCA4-70FA-42CB-A0F6-F85A7309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44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68A22-FADC-43DB-9608-5D89894E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1DB8FC-95DA-46C6-A80E-49E8EAB17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165563-6EBD-42AC-AEF1-B310D1524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B97FBB-EE35-4B05-9D32-FD9F2BF3B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A8C00E-082C-41F1-BF2B-AEC434B9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30B118-2268-4283-AF2D-BA1F2795A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14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FD82C-2E41-42D7-B877-46DD9391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7D225A-8BBA-447D-B4F8-E1A3CB93B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A7B8A9-F7A7-4A23-9B93-107E8906E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3F8EE37-4A24-42BA-97F7-F9BD6867D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E6D4D3-B8EF-4BF4-870A-B20D0419E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0A5BD0-2D9F-48F7-B702-A2DDBF51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877272-BF76-4370-830D-BDFCA8308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F1FE33-48C5-444F-BD67-53000650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117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CC7CE-521C-4304-B9FA-B839A10A0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2CD71D-BDA9-4427-B401-6CCA5D1BD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DCB511-C735-48E8-B5EF-E75465A0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38797CD-CC76-47C3-9491-1C6C71883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8078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3CEA772-BA58-441D-B1CA-77B5D8965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21A926A-4365-4976-BD53-5259A02E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66AF53-1F06-481C-9858-4435D132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5424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6315A-161D-4C70-B554-512B9C38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0F3AA-BC38-43BD-8090-D7B7FC87E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816215-8D03-4F18-AF63-5B950308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92D6CE-5E94-4888-87C3-D17BD1F8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E868DD-49E5-4485-B638-DD5690BF6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A13BB4-6703-41E8-BA8B-67253E91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0939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A4CA7-C802-460C-BC39-272F1254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88D2835-8858-4652-B3DD-42E8433E8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AD5CC0-8EB5-4D0C-8A6A-AA7FE8A37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A0041D-2CF0-4B78-BDD8-C730E1FB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41B06E-3721-4E6F-A3C3-8045235ED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67A37C-DD65-4A01-8FF9-19E5893D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654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9DD8A-8FB6-430F-903D-188C4DBC8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B38979-1DAC-4150-9A60-033567905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C9058E-1ACE-4573-8D4F-536749CE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FBBFDD-AC4C-4F60-863F-7AAF9F8A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6CCE73-FC98-4EF3-83C9-90B1AB35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0900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0B402B-CDD5-45DF-B0AC-DEA13A482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901DFC-A008-4903-A935-C576D9018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0B5DE4-7D40-45D1-A56A-B6B81AD65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E31CC4-2177-491C-A285-363CCC8B9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EC6696-7A35-4666-BF63-7E7CFB8A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23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9C14E32-0E0B-4C66-B6BD-9831D19E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8643A4-362A-4E54-91ED-865AA31E7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1E69D0-EC29-4F0B-8CC9-2DD433F8C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9698F-772E-4671-8C2F-1F558B5253E8}" type="datetimeFigureOut">
              <a:rPr lang="es-ES" smtClean="0"/>
              <a:t>27/11/2025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DC96F3-9191-4744-861E-C5D8284B9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97FDA6-ACF9-4674-A911-38595A8D4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8E13D-CEA0-4CD2-8A55-1E375E2420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2493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78004A08-7E5A-45D2-8A90-F999F032F348}"/>
              </a:ext>
            </a:extLst>
          </p:cNvPr>
          <p:cNvSpPr txBox="1"/>
          <p:nvPr/>
        </p:nvSpPr>
        <p:spPr>
          <a:xfrm>
            <a:off x="3947160" y="5179197"/>
            <a:ext cx="490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http://dronseetac.upc.edu:8106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9D360DA-1845-441F-8F35-25E390D90E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833" t="32222" r="10833" b="30445"/>
          <a:stretch/>
        </p:blipFill>
        <p:spPr>
          <a:xfrm>
            <a:off x="4426189" y="1273633"/>
            <a:ext cx="3339621" cy="33396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8A06123-5C3E-4655-80A1-39B1DE01B9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889" t="24889" r="55556" b="7111"/>
          <a:stretch/>
        </p:blipFill>
        <p:spPr>
          <a:xfrm>
            <a:off x="9006840" y="960120"/>
            <a:ext cx="2804160" cy="466344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A0C79AD-23D5-43D7-B05A-124EE796F8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722" t="33556" r="19306" b="50000"/>
          <a:stretch/>
        </p:blipFill>
        <p:spPr>
          <a:xfrm>
            <a:off x="288530" y="1453393"/>
            <a:ext cx="3339621" cy="3128253"/>
          </a:xfrm>
          <a:prstGeom prst="rect">
            <a:avLst/>
          </a:prstGeom>
        </p:spPr>
      </p:pic>
      <p:pic>
        <p:nvPicPr>
          <p:cNvPr id="1026" name="Picture 2" descr="What is Wi-Fi &amp; How does it work? - Maximum Networks, IT Support &amp; Telecom  Services">
            <a:extLst>
              <a:ext uri="{FF2B5EF4-FFF2-40B4-BE49-F238E27FC236}">
                <a16:creationId xmlns:a16="http://schemas.microsoft.com/office/drawing/2014/main" id="{62A8E3E1-448D-4A0C-9480-30549F5AD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955" y="4592904"/>
            <a:ext cx="1820771" cy="113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8461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Miguel Valero</dc:creator>
  <cp:lastModifiedBy>Miguel Valero</cp:lastModifiedBy>
  <cp:revision>4</cp:revision>
  <dcterms:created xsi:type="dcterms:W3CDTF">2025-11-27T07:17:37Z</dcterms:created>
  <dcterms:modified xsi:type="dcterms:W3CDTF">2025-11-27T07:46:29Z</dcterms:modified>
</cp:coreProperties>
</file>